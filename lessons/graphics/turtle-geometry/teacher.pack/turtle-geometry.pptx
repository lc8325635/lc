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76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4190A-41C4-6C21-9CD4-530CD4B106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A85743-529B-1553-775B-85A229C1C9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DFD78-B1A4-9A24-CB0D-97FEE2338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E3CFB-9609-4A93-82AF-4B9FB4C1E02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DFF97-5253-79EA-363A-BCBE2C03B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C41-BB96-8B5D-3DD1-41EE6BA84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64180-0358-41BF-B8F8-EE417DAF9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201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21064-FB0F-0686-F23F-1A64E76A5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047118-4FFE-824C-37DE-95BBF7405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21FD33-7F5D-46FC-DA55-D64B298CB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E3CFB-9609-4A93-82AF-4B9FB4C1E02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091917-A8DE-0178-B999-C958ECEDF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038C47-795C-5EC9-62A8-3BE78E0EC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64180-0358-41BF-B8F8-EE417DAF9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270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F89EF-B58E-601A-67A3-43CED8E6E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707159-FCB3-3210-02F2-4143302849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076420-B25C-233F-C1CA-F98F6CAD6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E3CFB-9609-4A93-82AF-4B9FB4C1E02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B6734B-B6E9-34E7-55DC-7C135990F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7748A3-B8A8-5066-16CB-90D23D5CD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64180-0358-41BF-B8F8-EE417DAF9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186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E4AAD-AF72-A3BE-9869-2486F170F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49B29-D263-8221-D0D3-C80F51447D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6E6101-5352-0201-399E-9B3C672464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F76883-ACE3-3097-5BEE-EA8F13F00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E3CFB-9609-4A93-82AF-4B9FB4C1E02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89E57F-AF12-D802-18B8-FC7DD84D5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0866A4-E8DC-1455-4C5A-DCA903448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64180-0358-41BF-B8F8-EE417DAF9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316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66E34-7968-C9BD-B32F-4DBA4F2AA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A46D5F-B4F9-699A-F439-7E5BA6704A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126941-1086-DCF9-3834-26D1C748FB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67D06D-1C34-0E4D-6DCE-9C5A77AA3D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48F7D3-120C-28B6-85B5-E115EB844D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BCF084-D8F3-4B18-2B08-D06F4F977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E3CFB-9609-4A93-82AF-4B9FB4C1E02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9BD752-181F-7430-F7A3-4D6D0505C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3EEA10-7F1D-0F14-FFB1-9D6C7D6DC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64180-0358-41BF-B8F8-EE417DAF9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02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D71AB-E4F8-353C-4591-FDA4945D4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054A97-A744-55D2-0A81-FF71F8B03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E3CFB-9609-4A93-82AF-4B9FB4C1E02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02078F-BEBC-59F7-17EB-D4E33D8D0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87B3DA-ED64-227D-84CE-2E040958D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64180-0358-41BF-B8F8-EE417DAF9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06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5D3800-7E3B-662E-A311-BA1462F42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E3CFB-9609-4A93-82AF-4B9FB4C1E02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9668CD-C518-A9FB-3075-CFEA437F9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EA2566-5507-0C80-9DC1-EA1D85F90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64180-0358-41BF-B8F8-EE417DAF9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280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20B0E-8CE5-62FC-F9D9-2D5823082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E1A7A-ABBC-4885-8009-5A2F46108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7AA012-D543-CCA1-B1FB-16F01B8F08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42FFE0-186D-EFAC-F563-9787EB10A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E3CFB-9609-4A93-82AF-4B9FB4C1E02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78451C-A984-2938-2B5E-8390080E8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A966E1-7D34-04F0-2409-DE37F2419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64180-0358-41BF-B8F8-EE417DAF9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890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12C87-F0BF-464E-494C-66264CDC5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534AAA-4EC3-EA80-A309-9493497471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DF8F9E-2EFD-FBA2-DC8B-DED6791CAE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D4E3B2-99DA-7A0C-022B-1390BC698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E3CFB-9609-4A93-82AF-4B9FB4C1E02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04D8BF-6E87-EEE9-4C17-8247F9F7F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89AD03-F164-6E20-0B2E-DFC7D370F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64180-0358-41BF-B8F8-EE417DAF9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030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2D7F0-BDC3-963B-5006-DF44F2300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8AD3A6-6D25-5FC6-AFD7-24032FEDF9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C62357-8084-41E1-DE39-E5FF79DE7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E3CFB-9609-4A93-82AF-4B9FB4C1E02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A327B1-74A9-9E80-9756-A29F70123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2F770F-7AB3-4BE3-7B2E-5851BA533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64180-0358-41BF-B8F8-EE417DAF9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581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807129-4723-CDAA-FA8B-4118DE167B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8200C7-F5B9-CDC7-A529-1053E575BD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01FD80-5324-0005-F1E1-3D9E0F867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E3CFB-9609-4A93-82AF-4B9FB4C1E02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22B203-F670-5252-070A-E8DE9A2EE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8759A3-DFFB-94EA-1E06-99CAA00B3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64180-0358-41BF-B8F8-EE417DAF9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5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B101BC-9E30-D4D0-9AF0-F2F87B8A1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F8D1B2-EF98-FC8E-26CE-3EC3CE95AE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7877CA-AA76-0D82-E6CA-38DA928FB5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9E3CFB-9609-4A93-82AF-4B9FB4C1E02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9D3159-56F9-B8B3-E45A-A3594667EF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417552-CA6A-7E19-C2FC-B7D5357841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A64180-0358-41BF-B8F8-EE417DAF9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539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thwithbaddrawings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60431BD-C44F-4D0A-4459-40AB13A4E584}"/>
              </a:ext>
            </a:extLst>
          </p:cNvPr>
          <p:cNvSpPr/>
          <p:nvPr/>
        </p:nvSpPr>
        <p:spPr>
          <a:xfrm rot="2700000">
            <a:off x="4124750" y="2298033"/>
            <a:ext cx="1938528" cy="193852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45F1D30-DE90-834E-0DF4-6E942E99AC61}"/>
              </a:ext>
            </a:extLst>
          </p:cNvPr>
          <p:cNvSpPr/>
          <p:nvPr/>
        </p:nvSpPr>
        <p:spPr>
          <a:xfrm rot="2700000">
            <a:off x="1383257" y="2298032"/>
            <a:ext cx="1938528" cy="193852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1A3BF5-6163-7737-978D-7B8E2BAA2AE0}"/>
              </a:ext>
            </a:extLst>
          </p:cNvPr>
          <p:cNvSpPr/>
          <p:nvPr/>
        </p:nvSpPr>
        <p:spPr>
          <a:xfrm>
            <a:off x="2808866" y="526312"/>
            <a:ext cx="1828800" cy="18288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2149E58-E5C9-464B-0D4D-47DC8D22A1F3}"/>
              </a:ext>
            </a:extLst>
          </p:cNvPr>
          <p:cNvSpPr/>
          <p:nvPr/>
        </p:nvSpPr>
        <p:spPr>
          <a:xfrm>
            <a:off x="2808866" y="4179480"/>
            <a:ext cx="1828800" cy="18288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3A4383B-7294-A52F-12C4-724EF17C4485}"/>
              </a:ext>
            </a:extLst>
          </p:cNvPr>
          <p:cNvSpPr/>
          <p:nvPr/>
        </p:nvSpPr>
        <p:spPr>
          <a:xfrm>
            <a:off x="976100" y="526312"/>
            <a:ext cx="5486400" cy="5486400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676B4A4-6579-6072-D77A-19B30E9EAE2D}"/>
              </a:ext>
            </a:extLst>
          </p:cNvPr>
          <p:cNvCxnSpPr/>
          <p:nvPr/>
        </p:nvCxnSpPr>
        <p:spPr>
          <a:xfrm>
            <a:off x="976100" y="6196586"/>
            <a:ext cx="548640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A9CE88B-2B25-2392-6786-6B4C0A46AB4C}"/>
              </a:ext>
            </a:extLst>
          </p:cNvPr>
          <p:cNvSpPr txBox="1"/>
          <p:nvPr/>
        </p:nvSpPr>
        <p:spPr>
          <a:xfrm>
            <a:off x="2303761" y="6175321"/>
            <a:ext cx="28920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6 cm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581673-08A2-1AFE-B012-74479B9CF100}"/>
              </a:ext>
            </a:extLst>
          </p:cNvPr>
          <p:cNvSpPr txBox="1"/>
          <p:nvPr/>
        </p:nvSpPr>
        <p:spPr>
          <a:xfrm>
            <a:off x="6857301" y="1066693"/>
            <a:ext cx="435292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The outer square is 6 cm across.</a:t>
            </a:r>
          </a:p>
          <a:p>
            <a:r>
              <a:rPr lang="zh-CN" altLang="en-US" sz="2800" dirty="0"/>
              <a:t>外方正方形直径为</a:t>
            </a:r>
            <a:r>
              <a:rPr lang="en-US" altLang="zh-CN" sz="2800" dirty="0"/>
              <a:t>6</a:t>
            </a:r>
            <a:r>
              <a:rPr lang="zh-CN" altLang="en-US" sz="2800" dirty="0"/>
              <a:t>厘米。</a:t>
            </a:r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Squares of the same </a:t>
            </a:r>
            <a:r>
              <a:rPr lang="en-US" sz="2800" dirty="0" err="1"/>
              <a:t>colour</a:t>
            </a:r>
            <a:r>
              <a:rPr lang="en-US" sz="2800" dirty="0"/>
              <a:t> are the same size.</a:t>
            </a:r>
          </a:p>
          <a:p>
            <a:r>
              <a:rPr lang="zh-CN" altLang="en-US" sz="2800" dirty="0"/>
              <a:t>同色方块大小相同。</a:t>
            </a:r>
            <a:endParaRPr lang="en-US" altLang="zh-CN" sz="2800" dirty="0"/>
          </a:p>
          <a:p>
            <a:endParaRPr lang="en-US" sz="2800" dirty="0"/>
          </a:p>
          <a:p>
            <a:r>
              <a:rPr lang="en-US" sz="2800" dirty="0"/>
              <a:t>What area is shaded?</a:t>
            </a:r>
          </a:p>
          <a:p>
            <a:r>
              <a:rPr lang="zh-CN" altLang="en-US" sz="2800" dirty="0"/>
              <a:t>哪个区域有遮荫？</a:t>
            </a:r>
            <a:endParaRPr lang="en-US" sz="28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A91870F-117A-0422-36D2-F5283124ABF2}"/>
              </a:ext>
            </a:extLst>
          </p:cNvPr>
          <p:cNvSpPr txBox="1"/>
          <p:nvPr/>
        </p:nvSpPr>
        <p:spPr>
          <a:xfrm>
            <a:off x="8972550" y="6539801"/>
            <a:ext cx="315149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dirty="0"/>
              <a:t>Problem taken from </a:t>
            </a:r>
            <a:r>
              <a:rPr lang="en-US" sz="1050" dirty="0">
                <a:hlinkClick r:id="rId2" action="ppaction://hlinkfile"/>
              </a:rPr>
              <a:t>mathwithbaddrawings.com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149816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84A0989-859F-7768-FDCD-C15C49DCC3F6}"/>
              </a:ext>
            </a:extLst>
          </p:cNvPr>
          <p:cNvSpPr txBox="1"/>
          <p:nvPr/>
        </p:nvSpPr>
        <p:spPr>
          <a:xfrm>
            <a:off x="462337" y="2984127"/>
            <a:ext cx="112193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u="sng" dirty="0"/>
              <a:t>Turtle Geometry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E23725-174E-9759-6B5D-2FD7C73275D5}"/>
              </a:ext>
            </a:extLst>
          </p:cNvPr>
          <p:cNvSpPr txBox="1"/>
          <p:nvPr/>
        </p:nvSpPr>
        <p:spPr>
          <a:xfrm>
            <a:off x="7510409" y="174661"/>
            <a:ext cx="42945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46C2981-7EAB-4B3A-B427-1CF598C22540}" type="datetime3">
              <a:rPr lang="en-US" sz="2400" smtClean="0"/>
              <a:pPr algn="r"/>
              <a:t>4 June 2026</a:t>
            </a:fld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741919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358</TotalTime>
  <Words>52</Words>
  <Application>Microsoft Office PowerPoint</Application>
  <PresentationFormat>Widescreen</PresentationFormat>
  <Paragraphs>12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Lewis Cressey (DHHQ)</dc:creator>
  <cp:lastModifiedBy>Lewis Cressey (DHHQ)</cp:lastModifiedBy>
  <cp:revision>14</cp:revision>
  <dcterms:created xsi:type="dcterms:W3CDTF">2026-05-31T23:52:26Z</dcterms:created>
  <dcterms:modified xsi:type="dcterms:W3CDTF">2026-06-04T07:46:05Z</dcterms:modified>
</cp:coreProperties>
</file>